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6D0C-F53E-383B-87AE-CF363F768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EAC25-FBEB-69BB-D8AD-9AB0689DC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C8D3F-4D5B-F827-9EBE-0D81658B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D18B0-D38E-684B-4055-35B65A79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5A4A3-1856-8C74-F8B9-2E356827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69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B929-8850-4F70-A26E-D7AF5ED0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D9C9-1672-1313-1D5D-C348DEAF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43B7-6F29-3351-1E7A-EE6474ED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85DF2-D9A6-0217-3416-DFA22036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20211-A5F7-B3D0-6842-28CB67D2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465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2487-BF53-6960-B459-73AE9CA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17A27-EF92-13DF-8D83-7F735113B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02F75-908C-0719-756C-706A9676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2EAE2-7B8B-99B6-BB20-6234EEC2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F99A-FC64-4F01-29BF-6E57FE58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260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61CB-76D5-31B9-E944-A92C461C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D52E-CADF-BDB5-7C8B-7C94C15AA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E3D09-D76E-C726-D5F4-2AE859635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6CB3B-6C2E-FB80-9442-AC5BCB2A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6A87F-3256-0AC0-7219-02927AFD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E542B-BA26-0951-8AEF-CF6A0069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3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D2F9-ED35-E0AD-5E91-758FB470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4ED07-FF77-EA4B-0175-52A1AC4A4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86DB8-F49F-7783-A72C-E80B3DF6F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82421-472E-1D60-8724-CA854EF3C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A29FE-EE07-8EE1-8D8C-337C3C457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AD29E-6515-478D-8D84-DA56E3EB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4C762-E24D-F7A8-DA69-D91A75B2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20391-6A0C-E635-F49E-C01B80C0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433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FD6E-7665-93A5-92FC-0AA8B33C7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744DF-44F4-03B7-BD72-AD7AC47C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38B3C-44E4-3DC5-44A7-68518772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E615B-2179-4A49-C847-6EA81930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29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261F9-2C23-49E7-9B3D-1335064F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68389-6ED9-D0BD-E47C-5A02787F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49B8E-9854-6DAE-10C1-6393F0DB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21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2E3A-89AF-1D57-ABA1-7CDBEA2D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74A43-3AA1-8C00-9B30-761E8ECEE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000F3-ED06-7D31-6421-0FE759769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E07B0-399C-74BE-D8B2-413FAE54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83265-5825-6CB7-C53B-110E0621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2D7D9-8FB6-36B5-F726-00BD9798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032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CE50-C02E-EBB4-3061-290B593E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623C7-9C9F-1FF1-B341-97D8EB462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59593-47B3-B4B4-77E8-02770BD87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017DD-DB47-D660-7118-B1B1598A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D3272-6139-AD30-4611-B9D8D3B4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6FD58-2597-4456-48CF-462FC694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108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BF30-CAC6-153A-5162-B0CF0BE3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04699-43D9-0E87-7FD8-7FDCF46A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C582F-7744-6352-08BD-C992E2D3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8862E-2BB8-9D9C-C544-7F8712F8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5021F-9482-A19B-06A1-6DCFEC25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344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88D12-0FDD-3DEA-7F83-028A84061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EBF31-30CC-B061-2A4C-D9A8DAD0A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6C105-A4B3-5FB0-6422-13267478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CE337-AA2F-2A3F-496C-EDE1B0A6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7AE0B-42CF-AFF1-75A0-F64612D7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949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E6438-40B7-3B9F-04E2-8920CC6D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A2210-EE53-7B09-8C4C-6F222DE6D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A359D-57F0-E151-BB2C-25452D11C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DE0E4-3184-44D8-9CB2-5E7A6F42A20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5B35-3884-7BCF-AAD8-F9FD668B8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C6733-B3D5-D851-D30B-D2B7F3D94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2C40D-2EF1-4E55-A563-03D7F2D6D0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4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D7AECB2-0978-955B-0ABB-EDDE26D9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Schermata del gioco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D094036-200F-4FB9-31EF-4E299485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205C4-1BA9-9E4F-52C1-0C02F209F55D}"/>
              </a:ext>
            </a:extLst>
          </p:cNvPr>
          <p:cNvSpPr/>
          <p:nvPr/>
        </p:nvSpPr>
        <p:spPr>
          <a:xfrm>
            <a:off x="838200" y="1825625"/>
            <a:ext cx="6912000" cy="388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198FA-A233-9741-96A3-AFA5EB323835}"/>
              </a:ext>
            </a:extLst>
          </p:cNvPr>
          <p:cNvSpPr/>
          <p:nvPr/>
        </p:nvSpPr>
        <p:spPr>
          <a:xfrm>
            <a:off x="3851307" y="2339167"/>
            <a:ext cx="2484000" cy="29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Aliens &amp; Player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76EF68-F5CA-7044-4B35-B36910C28541}"/>
              </a:ext>
            </a:extLst>
          </p:cNvPr>
          <p:cNvSpPr/>
          <p:nvPr/>
        </p:nvSpPr>
        <p:spPr>
          <a:xfrm>
            <a:off x="1406108" y="2339167"/>
            <a:ext cx="1418536" cy="574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Punteggio</a:t>
            </a:r>
          </a:p>
        </p:txBody>
      </p:sp>
    </p:spTree>
    <p:extLst>
      <p:ext uri="{BB962C8B-B14F-4D97-AF65-F5344CB8AC3E}">
        <p14:creationId xmlns:p14="http://schemas.microsoft.com/office/powerpoint/2010/main" val="177184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Schermata del gioco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Lenzi</dc:creator>
  <cp:lastModifiedBy>Stefano Lenzi</cp:lastModifiedBy>
  <cp:revision>1</cp:revision>
  <dcterms:created xsi:type="dcterms:W3CDTF">2026-03-25T18:06:38Z</dcterms:created>
  <dcterms:modified xsi:type="dcterms:W3CDTF">2026-03-25T18:06:54Z</dcterms:modified>
</cp:coreProperties>
</file>